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5" d="100"/>
          <a:sy n="165" d="100"/>
        </p:scale>
        <p:origin x="100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Termin 9: Technischer Architekturreview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Implementierungsstand aus drei Repositories · 20 Minuten mit Prof. Habich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128016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Diplomarbeit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WAS gemessen wird
+ Auswertung + 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54480"/>
            <a:ext cx="3383280" cy="128016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comdare-cache-engine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WIE permutiert, gebaut,
geladen und gemessen wird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3383280" cy="128016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comdare-prt-art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Prüfling / trie-basierter
Suchalgorithmus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194560"/>
            <a:ext cx="36576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63840" y="2194560"/>
            <a:ext cx="27432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5840" y="3749039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t>Ziel des Termins: Architektur verständlich machen, aktuellen Code-Stand ehrlich einordnen, nächsten vertikalen Meilenstein freigeben.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Termin 9 · PRT-ART / Cache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1 · Review-Ablauf für 20 Minuten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t>0–3 min: Problemkern und Drei-Repo-Modell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3–8 min: Cache Engine als Master-Framework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8–12 min: PRT-ART als Prüfling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12–16 min: Diplomarbeit-Repo als Messpipeline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16–20 min: Risiken + nächste Entscheidung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371600"/>
            <a:ext cx="4754880" cy="9144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Kernfrage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Ist die Architektur jetzt als implementierbarer Messpfad plausibel?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2560320"/>
            <a:ext cx="4754880" cy="109728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Nicht zeigen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Alle 35.000+ Permutationen im Detail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3886200"/>
            <a:ext cx="4754880" cy="109728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Zeigen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Wie Achsen → Module → Workload → Messdaten werden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Termin 9 · PRT-ART / Cache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2 · Drei Repos, vier Subsysteme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2560320" cy="9144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Diplomarbeit/Code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Messreihen A/B/C
Export: CSV→LaTeX→PDF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143000"/>
            <a:ext cx="2560320" cy="9144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CacheEngineBuilder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Enumeration, Codegen,
Load, Execute,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914400"/>
            <a:ext cx="2468880" cy="11430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EE-A: CacheEngine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Achsenframework
Anatomy/ABI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194560"/>
            <a:ext cx="2468880" cy="11430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EE-B: PRT-ART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Prüfling
Search-Algorithmus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1600200"/>
            <a:ext cx="4572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217920" y="1417320"/>
            <a:ext cx="457200" cy="18288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  <a:endCxn id="6" idx="1"/>
          </p:cNvCxnSpPr>
          <p:nvPr/>
        </p:nvCxnSpPr>
        <p:spPr>
          <a:xfrm>
            <a:off x="6217920" y="1600200"/>
            <a:ext cx="457200" cy="11658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97280" y="3474720"/>
            <a:ext cx="10058400" cy="13716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Reale Code-Spur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ExperimentDriver · ModuleLoader · WorkloadGenerator · ExecuteEngineCommand · ResultAggregator · Thesis-Codepipeline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Die Architektur ist nicht mehr nur UML: sie ist in Repos, CMake, ABI-Schnittstellen, Profilen und Build-/Messpfaden angelegt.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Termin 9 · PRT-ART / Cache Engine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A65F4200-EC8E-13AD-FC97-DB4689C5DEC8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7909560" y="2057400"/>
            <a:ext cx="0" cy="137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3 · Cache Engine: Implementierungsstand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Master-Framework unter libs/cache_engine/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22 Topic-Achsen, 324 Topic-Header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30 SOTA-Profile + 10 Allokator-Profile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12 SOTA-Adapter + 10 Allokator-Adapter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Anatomy-Säule: Composition → ABI-Modul → Loader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Workload-/Mess-Säule: ExecuteEngineCommand, Welch-Test, WorkloadGenerator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234440"/>
            <a:ext cx="4480560" cy="9144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Achsenmodell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PageType · SearchAlgo · Layout · Allocator · Prefetch · ISA · SIMD · ValueHandle 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606040"/>
            <a:ext cx="4480560" cy="9144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Anatomy-Modul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statisch komponiert, nach außen ABI-stabil ladbar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977639"/>
            <a:ext cx="4480560" cy="9144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Messung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OperationOutcome: Latenz, bytes touched, cache-miss delta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Termin 9 · PRT-ART / Cache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4 · PRT-ART: Implementierungsstand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Öffentliche API: vector-artig, map-artig, tuple-map-artig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Komponenten: PoolSet, OLC, MultiLevelLayout, Prefetch, Density, Metrics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Suchseiten: Array256, Array65535, VectorU8U8, VectorU16U16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Knoten: RedirectNode + BPlusNode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Value: Inline / External / ChainRef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DefaultLookupRegistry verbindet fehlende Achsen mit Cache-Engine-Defaults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371600"/>
            <a:ext cx="4480560" cy="11430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Ehrlicher Status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API und Bausteine stehen; vollständiger vertikaler Forschungs-Suchpfad muss geschlossen werden.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971800"/>
            <a:ext cx="4480560" cy="11430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Nächster Kernpfad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Key → Redirect/Page → Cache-Engine-Entscheidung → ValueHandle → Messoutput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4572000"/>
            <a:ext cx="4480560" cy="100584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Integrationsrisiko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Submodule- und Include-Pfade müssen gegen Cache-Engine-libs/ Layout synchronisiert werden.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Termin 9 · PRT-ART / Cache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5 · Diplomarbeit-Repo: Mess- und Auswertungspfad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828800" cy="9144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01 Daten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Sample-Generator
Testdaten-XML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1188720"/>
            <a:ext cx="1828800" cy="9144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02 Messung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V32-Orchestrator
Plugin Loader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188720"/>
            <a:ext cx="1828800" cy="9144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03 Export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Binary → 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188720"/>
            <a:ext cx="1828800" cy="9144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04 LaTeX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CSV → LaTeX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188720"/>
            <a:ext cx="1828800" cy="9144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05/06 PDF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TikZ + PDF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1645920"/>
            <a:ext cx="32004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26280" y="1645920"/>
            <a:ext cx="32004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75120" y="1645920"/>
            <a:ext cx="320039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23960" y="1645920"/>
            <a:ext cx="32004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92608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t>Das Diplomarbeit-Repo ist nicht nur Dokumentation: es enthält den reproduzierbaren Messdatenpfad.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Experiment-Konfigurationen A/B/C steuern PRT-ART-vs-SOTA, Cache-Engine-Permutationen und Merge/Regression.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Manuskriptkapitel sind angelegt und können aus Messdaten + Diagrammen gespeist werden.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Termin 9 · PRT-ART / Cache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6 · Befund: starkes Framework, aber nächster Schritt muss vertikal sein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11430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Stark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Achsen, Profile, Builder, ABI, Doku und Messpipeline sind real vorhanden.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188720"/>
            <a:ext cx="3474720" cy="11430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Offen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PRT-ART muss als echter End-to-End-Prüfling durch den Builder laufen.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188720"/>
            <a:ext cx="3474720" cy="114300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Risiko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Zu viel Achsenbreite vor erstem Messwert verwässert den Thesis-Kern.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323"/>
                </a:solidFill>
              </a:defRPr>
            </a:pPr>
            <a:r>
              <a:t>Priorität P0: Build-/Submodule-/Include-Konsistenz stabilisieren.</a:t>
            </a:r>
          </a:p>
          <a:p>
            <a:pPr>
              <a:defRPr sz="1900">
                <a:solidFill>
                  <a:srgbClr val="232323"/>
                </a:solidFill>
              </a:defRPr>
            </a:pPr>
            <a:r>
              <a:t>Priorität P1: Vertikaler Pfad Workload → PRT-ART-Modul → Messdatensatz → Export.</a:t>
            </a:r>
          </a:p>
          <a:p>
            <a:pPr>
              <a:defRPr sz="1900">
                <a:solidFill>
                  <a:srgbClr val="232323"/>
                </a:solidFill>
              </a:defRPr>
            </a:pPr>
            <a:r>
              <a:t>Priorität P2: Erst danach Achsen-Vollausbau und Baseline-Originalcode-Härtung.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Termin 9 · PRT-ART / Cache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7 · Entscheidung für Termin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143000"/>
            <a:ext cx="5212080" cy="123444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Vorschlag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Nächster Sprint fokussiert ausschließlich auf eine messbare vertikale PRT-ART-Demo.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1143000"/>
            <a:ext cx="5029200" cy="1234440"/>
          </a:xfrm>
          <a:prstGeom prst="roundRect">
            <a:avLst/>
          </a:prstGeom>
          <a:solidFill>
            <a:srgbClr val="EB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Akzeptanzkriterium</a:t>
            </a:r>
          </a:p>
          <a:p>
            <a:pPr algn="ctr"/>
            <a:r>
              <a:rPr sz="1000">
                <a:solidFill>
                  <a:srgbClr val="3C3C3C"/>
                </a:solidFill>
              </a:rPr>
              <a:t>Ein Workload erzeugt über CEB ein PRT-ART-Ergebnisartefakt, das in CSV/LaTeX/TikZ/PDF landet.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6984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rPr dirty="0"/>
              <a:t>Nicht </a:t>
            </a:r>
            <a:r>
              <a:rPr dirty="0" err="1"/>
              <a:t>noch</a:t>
            </a:r>
            <a:r>
              <a:rPr dirty="0"/>
              <a:t>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Achsen</a:t>
            </a:r>
            <a:r>
              <a:rPr dirty="0"/>
              <a:t> </a:t>
            </a:r>
            <a:r>
              <a:rPr dirty="0" err="1"/>
              <a:t>sammeln</a:t>
            </a:r>
            <a:r>
              <a:rPr dirty="0"/>
              <a:t>, bevor der </a:t>
            </a:r>
            <a:r>
              <a:rPr dirty="0" err="1"/>
              <a:t>Kernpfad</a:t>
            </a:r>
            <a:r>
              <a:rPr dirty="0"/>
              <a:t> </a:t>
            </a:r>
            <a:r>
              <a:rPr dirty="0" err="1"/>
              <a:t>läuft</a:t>
            </a:r>
            <a:r>
              <a:rPr dirty="0"/>
              <a:t>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rPr dirty="0"/>
              <a:t>Nicht alle Baselines </a:t>
            </a:r>
            <a:r>
              <a:rPr dirty="0" err="1"/>
              <a:t>gleichzeitig</a:t>
            </a:r>
            <a:r>
              <a:rPr dirty="0"/>
              <a:t> </a:t>
            </a:r>
            <a:r>
              <a:rPr dirty="0" err="1"/>
              <a:t>erzwingen</a:t>
            </a:r>
            <a:r>
              <a:rPr dirty="0"/>
              <a:t>; </a:t>
            </a:r>
            <a:r>
              <a:rPr dirty="0" err="1"/>
              <a:t>zuerst</a:t>
            </a:r>
            <a:r>
              <a:rPr dirty="0"/>
              <a:t> PRT-ART-E2E, </a:t>
            </a:r>
            <a:r>
              <a:rPr dirty="0" err="1"/>
              <a:t>dann</a:t>
            </a:r>
            <a:r>
              <a:rPr dirty="0"/>
              <a:t> SOTA-Wrapper.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rPr lang="de-DE" dirty="0"/>
              <a:t>Es muss </a:t>
            </a:r>
            <a:r>
              <a:rPr dirty="0" err="1"/>
              <a:t>entsch</a:t>
            </a:r>
            <a:r>
              <a:rPr lang="de-DE" dirty="0" err="1"/>
              <a:t>ie</a:t>
            </a:r>
            <a:r>
              <a:rPr dirty="0"/>
              <a:t>den</a:t>
            </a:r>
            <a:r>
              <a:rPr lang="de-DE"/>
              <a:t> werden</a:t>
            </a:r>
            <a:r>
              <a:t>, </a:t>
            </a:r>
            <a:r>
              <a:rPr dirty="0" err="1"/>
              <a:t>ob</a:t>
            </a:r>
            <a:r>
              <a:rPr dirty="0"/>
              <a:t> </a:t>
            </a: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Priorisierung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nächster</a:t>
            </a:r>
            <a:r>
              <a:rPr dirty="0"/>
              <a:t> </a:t>
            </a:r>
            <a:r>
              <a:rPr dirty="0" err="1"/>
              <a:t>Meilenstein</a:t>
            </a:r>
            <a:r>
              <a:rPr dirty="0"/>
              <a:t> gilt.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Termin 9 · PRT-ART / Cache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Microsoft Office PowerPoint</Application>
  <PresentationFormat>Breitbild</PresentationFormat>
  <Paragraphs>99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Benjamin-Elias Probst</cp:lastModifiedBy>
  <cp:revision>3</cp:revision>
  <dcterms:created xsi:type="dcterms:W3CDTF">2013-01-27T09:14:16Z</dcterms:created>
  <dcterms:modified xsi:type="dcterms:W3CDTF">2026-05-29T00:25:29Z</dcterms:modified>
  <cp:category/>
</cp:coreProperties>
</file>