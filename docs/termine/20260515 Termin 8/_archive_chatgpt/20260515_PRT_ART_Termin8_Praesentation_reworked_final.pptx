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400" b="1">
                <a:latin typeface="Aptos Display"/>
              </a:rPr>
              <a:t>PRT-ART / Cache Engine – Termin 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200">
                <a:latin typeface="Aptos"/>
              </a:rPr>
              <a:t>Codebasierter Zwischenstand auf Basis von Termin 7, Repo-Zips und lokaler Verifikation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Was diesmal anders 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>
                <a:latin typeface="Aptos"/>
              </a:defRPr>
            </a:pPr>
            <a:r>
              <a:t>Termin 8 wurde nicht nur aus Architekturpapier erzeugt, sondern aus echten Repo-Zips und Feinentwürfen rekonstruiert.</a:t>
            </a:r>
          </a:p>
          <a:p>
            <a:pPr>
              <a:spcAft>
                <a:spcPts val="400"/>
              </a:spcAft>
              <a:defRPr sz="2000">
                <a:latin typeface="Aptos"/>
              </a:defRPr>
            </a:pPr>
            <a:r>
              <a:t>Geprüft wurden: Termin-7-Dokumente, docs.zip (V24–V31), comdare-prt-art-development, comdare-cache-engine-main.</a:t>
            </a:r>
          </a:p>
          <a:p>
            <a:pPr>
              <a:spcAft>
                <a:spcPts val="400"/>
              </a:spcAft>
              <a:defRPr sz="2000">
                <a:latin typeface="Aptos"/>
              </a:defRPr>
            </a:pPr>
            <a:r>
              <a:t>Zusätzlich wurde lokal verifiziert: PRT-ART configure/build + Smoke-Test, Cache-Engine configure/build + Builder-Läufe.</a:t>
            </a:r>
          </a:p>
          <a:p>
            <a:pPr>
              <a:spcAft>
                <a:spcPts val="400"/>
              </a:spcAft>
              <a:defRPr sz="2000">
                <a:latin typeface="Aptos"/>
              </a:defRPr>
            </a:pPr>
            <a:r>
              <a:t>Ergebnis: Es gibt bereits viel mehr realen Code als in der ersten Fassung sichtbar war – aber auch klare Grenzen.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Der tatsächliche Stand der beiden Repos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4864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latin typeface="Aptos"/>
              </a:defRPr>
            </a:pPr>
            <a:r>
              <a:t>comdare-prt-art</a:t>
            </a:r>
          </a:p>
          <a:p>
            <a:pPr lvl="1">
              <a:spcAft>
                <a:spcPts val="400"/>
              </a:spcAft>
              <a:defRPr sz="1800">
                <a:latin typeface="Aptos"/>
              </a:defRPr>
            </a:pPr>
            <a:r>
              <a:t>eigene Komponenten für Nodes, Internal Search, Pools, OLC, Prefetch, Measurement und ValueHandles</a:t>
            </a:r>
          </a:p>
          <a:p>
            <a:pPr lvl="1">
              <a:spcAft>
                <a:spcPts val="400"/>
              </a:spcAft>
              <a:defRPr sz="1800">
                <a:latin typeface="Aptos"/>
              </a:defRPr>
            </a:pPr>
            <a:r>
              <a:t>hybride std::vector-/std::map-ähnliche API ist real und lauffähig</a:t>
            </a:r>
          </a:p>
          <a:p>
            <a:pPr lvl="1">
              <a:spcAft>
                <a:spcPts val="400"/>
              </a:spcAft>
              <a:defRPr sz="1800">
                <a:latin typeface="Aptos"/>
              </a:defRPr>
            </a:pPr>
            <a:r>
              <a:t>aber: der echte seitenbasierte PRT-ART-Suchpfad ist noch nicht durchgängig an diese API angeschlossen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0" y="1097280"/>
            <a:ext cx="54864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latin typeface="Aptos"/>
              </a:defRPr>
            </a:pPr>
            <a:r>
              <a:t>comdare-cache-engine</a:t>
            </a:r>
          </a:p>
          <a:p>
            <a:pPr lvl="1">
              <a:spcAft>
                <a:spcPts val="400"/>
              </a:spcAft>
              <a:defRPr sz="1800">
                <a:latin typeface="Aptos"/>
              </a:defRPr>
            </a:pPr>
            <a:r>
              <a:t>Builder, XML-Parser, PermutationLoop, Codegen, ModuleLoader, Workload-Generator und Tools sind real</a:t>
            </a:r>
          </a:p>
          <a:p>
            <a:pPr lvl="1">
              <a:spcAft>
                <a:spcPts val="400"/>
              </a:spcAft>
              <a:defRPr sz="1800">
                <a:latin typeface="Aptos"/>
              </a:defRPr>
            </a:pPr>
            <a:r>
              <a:t>30 SOTA-Profile, 10 Allokatorprofile und 22 Adapter-Verzeichnisse sind vorhanden</a:t>
            </a:r>
          </a:p>
          <a:p>
            <a:pPr lvl="1">
              <a:spcAft>
                <a:spcPts val="400"/>
              </a:spcAft>
              <a:defRPr sz="1800">
                <a:latin typeface="Aptos"/>
              </a:defRPr>
            </a:pPr>
            <a:r>
              <a:t>aber: viele Measurement-/Platform-/Subsystem-Pfade sind noch Interface- oder Skeleton-Niveau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Lokal verifizierte Fakten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latin typeface="Aptos"/>
              </a:defRPr>
            </a:pPr>
            <a:r>
              <a:t>PRT-ART: configure/build ohne Tests erfolgreich; Header-Smoke-Test ergab für die Map-Variante rc=0, size=1, val=answer und für die Vector-Variante vsize=2, at1=b.</a:t>
            </a:r>
          </a:p>
          <a:p>
            <a:pPr>
              <a:spcAft>
                <a:spcPts val="400"/>
              </a:spcAft>
              <a:defRPr sz="1800">
                <a:latin typeface="Aptos"/>
              </a:defRPr>
            </a:pPr>
            <a:r>
              <a:t>Cache Engine: Minimalbuild auf Linux erfolgreich; gebaut wurden cache_engine_builder, ycsb_cli, latex_anhang und p27_bundle_finder.</a:t>
            </a:r>
          </a:p>
          <a:p>
            <a:pPr>
              <a:spcAft>
                <a:spcPts val="400"/>
              </a:spcAft>
              <a:defRPr sz="1800">
                <a:latin typeface="Aptos"/>
              </a:defRPr>
            </a:pPr>
            <a:r>
              <a:t>Builder enumerate-only: 3 Cache-Engine-Profile × 2 Suchalgorithmen × 3 Allokatoren × 3 Datensätze = 54 Permutationen.</a:t>
            </a:r>
          </a:p>
          <a:p>
            <a:pPr>
              <a:spcAft>
                <a:spcPts val="400"/>
              </a:spcAft>
              <a:defRPr sz="1800">
                <a:latin typeface="Aptos"/>
              </a:defRPr>
            </a:pPr>
            <a:r>
              <a:t>Builder skip-build: Modulquellen + Aggregator-CMake wurden generiert (im Lauf 109 Dateien).</a:t>
            </a:r>
          </a:p>
          <a:p>
            <a:pPr>
              <a:spcAft>
                <a:spcPts val="400"/>
              </a:spcAft>
              <a:defRPr sz="1800">
                <a:latin typeface="Aptos"/>
              </a:defRPr>
            </a:pPr>
            <a:r>
              <a:t>Wichtiger Warnpunkt: voller GoogleTest-Nachvollzug lokal nicht reproduziert, da die Repos einen lokalen Googletest-Tarball oder Netz-Fetch erwarten.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Die wichtigste Korrektur für Prof. Habich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>
                <a:latin typeface="Aptos"/>
              </a:defRPr>
            </a:pPr>
            <a:r>
              <a:t>Die Cache Engine ist organisatorisch und toolseitig weiter als der eigentliche Prüfling.</a:t>
            </a:r>
          </a:p>
          <a:p>
            <a:pPr>
              <a:spcAft>
                <a:spcPts val="400"/>
              </a:spcAft>
              <a:defRPr sz="2000">
                <a:latin typeface="Aptos"/>
              </a:defRPr>
            </a:pPr>
            <a:r>
              <a:t>PRT-ART besitzt heute reale Bausteine und eine API, aber noch nicht den entscheidenden End-to-End-Pfad über Redirect → BPlus → Internal Search → ValueHandle.</a:t>
            </a:r>
          </a:p>
          <a:p>
            <a:pPr>
              <a:spcAft>
                <a:spcPts val="400"/>
              </a:spcAft>
              <a:defRPr sz="2000">
                <a:latin typeface="Aptos"/>
              </a:defRPr>
            </a:pPr>
            <a:r>
              <a:t>Damit ist der Engpass nicht mehr „mehr Architektur“, sondern die Materialisierung eines echten vertikalen PRT-ART-Slices.</a:t>
            </a:r>
          </a:p>
          <a:p>
            <a:pPr>
              <a:spcAft>
                <a:spcPts val="400"/>
              </a:spcAft>
              <a:defRPr sz="2000">
                <a:latin typeface="Aptos"/>
              </a:defRPr>
            </a:pPr>
            <a:r>
              <a:t>Erst wenn dieser Slice steht, lohnt sich die volle Breite der Adapter- und Permutationswelt.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Empfohlene Priorität ab Termin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900">
                <a:latin typeface="Aptos"/>
              </a:defRPr>
            </a:pPr>
            <a:r>
              <a:t>1. Echten PRT-ART-Lookup-/Insert-/Erase-Pfad über die eigenen Seitentypen aufbauen.</a:t>
            </a:r>
          </a:p>
          <a:p>
            <a:pPr>
              <a:spcAft>
                <a:spcPts val="400"/>
              </a:spcAft>
              <a:defRPr sz="1900">
                <a:latin typeface="Aptos"/>
              </a:defRPr>
            </a:pPr>
            <a:r>
              <a:t>2. DensityTracker, Prefetch und HypothesisMetrics an genau diesen Pfad koppeln.</a:t>
            </a:r>
          </a:p>
          <a:p>
            <a:pPr>
              <a:spcAft>
                <a:spcPts val="400"/>
              </a:spcAft>
              <a:defRPr sz="1900">
                <a:latin typeface="Aptos"/>
              </a:defRPr>
            </a:pPr>
            <a:r>
              <a:t>3. Eine kleine harte Vergleichsschleife PRT-ART vs. eine reale Baseline (zuerst ART/unodb) über die Cache-Engine-Orchestrierung anbinden.</a:t>
            </a:r>
          </a:p>
          <a:p>
            <a:pPr>
              <a:spcAft>
                <a:spcPts val="400"/>
              </a:spcAft>
              <a:defRPr sz="1900">
                <a:latin typeface="Aptos"/>
              </a:defRPr>
            </a:pPr>
            <a:r>
              <a:t>4. Danach weitere Seitentypen, Adapter und volle Permutationsbreite aktivieren.</a:t>
            </a:r>
          </a:p>
          <a:p>
            <a:pPr>
              <a:spcAft>
                <a:spcPts val="400"/>
              </a:spcAft>
              <a:defRPr sz="1900">
                <a:latin typeface="Aptos"/>
              </a:defRPr>
            </a:pPr>
            <a:r>
              <a:t>Gesprächsfrage an Prof. Habich: Ist diese Priorisierung die richtige Erwartung für den nächsten Termin?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