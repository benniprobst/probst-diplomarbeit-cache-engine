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8" Type="http://schemas.openxmlformats.org/officeDocument/2006/relationships/viewProps" Target="viewProps.xml" /><Relationship Id="rId1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0" Type="http://schemas.openxmlformats.org/officeDocument/2006/relationships/tableStyles" Target="tableStyles.xml" /><Relationship Id="rId1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PRT-ART Termin 7 — REV 7.6 Stand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Benjamin Probst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2026-05-13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 — Titel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PRT-ART Diplomarbeit — Termin 7</a:t>
            </a:r>
          </a:p>
          <a:p>
            <a:pPr lvl="0" indent="0" marL="0">
              <a:buNone/>
            </a:pPr>
            <a:r>
              <a:rPr/>
              <a:t>Architektur-Konsolidierung der drei Repos (REV 7.6)</a:t>
            </a:r>
          </a:p>
          <a:p>
            <a:pPr lvl="0" indent="0" marL="0">
              <a:buNone/>
            </a:pPr>
            <a:r>
              <a:rPr/>
              <a:t>Stand 2026-05-13 · Benjamin Probst · TU Dresden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 —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Drei-Repo-Aufteilung (User-Klarstellungen 2026-05-13)</a:t>
            </a:r>
          </a:p>
          <a:p>
            <a:pPr lvl="0" indent="-342900" marL="342900">
              <a:buAutoNum type="arabicPeriod"/>
            </a:pPr>
            <a:r>
              <a:rPr/>
              <a:t>Drei Pflicht-Messreihen (XML-Configs)</a:t>
            </a:r>
          </a:p>
          <a:p>
            <a:pPr lvl="0" indent="-342900" marL="342900">
              <a:buAutoNum type="arabicPeriod"/>
            </a:pPr>
            <a:r>
              <a:rPr/>
              <a:t>Phase 6+ Implementations-Inkremente (INK-1 bis INK-8)</a:t>
            </a:r>
          </a:p>
          <a:p>
            <a:pPr lvl="0" indent="-342900" marL="342900">
              <a:buAutoNum type="arabicPeriod"/>
            </a:pPr>
            <a:r>
              <a:rPr/>
              <a:t>Phase 6.2 Custom Allokation</a:t>
            </a:r>
          </a:p>
          <a:p>
            <a:pPr lvl="0" indent="-342900" marL="342900">
              <a:buAutoNum type="arabicPeriod"/>
            </a:pPr>
            <a:r>
              <a:rPr/>
              <a:t>Phase 6.3-6.6 ABI + Builder + Test</a:t>
            </a:r>
          </a:p>
          <a:p>
            <a:pPr lvl="0" indent="-342900" marL="342900">
              <a:buAutoNum type="arabicPeriod"/>
            </a:pPr>
            <a:r>
              <a:rPr/>
              <a:t>Phase 7 Permutations-Builds + Experiment-Loop</a:t>
            </a:r>
          </a:p>
          <a:p>
            <a:pPr lvl="0" indent="-342900" marL="342900">
              <a:buAutoNum type="arabicPeriod"/>
            </a:pPr>
            <a:r>
              <a:rPr/>
              <a:t>Begriffsglossar v3-v7 + Domaenenmodell v4</a:t>
            </a:r>
          </a:p>
          <a:p>
            <a:pPr lvl="0" indent="-342900" marL="342900">
              <a:buAutoNum type="arabicPeriod"/>
            </a:pPr>
            <a:r>
              <a:rPr/>
              <a:t>Bausteine-Matrix + Allokator-Matrix</a:t>
            </a:r>
          </a:p>
          <a:p>
            <a:pPr lvl="0" indent="-342900" marL="342900">
              <a:buAutoNum type="arabicPeriod"/>
            </a:pPr>
            <a:r>
              <a:rPr/>
              <a:t>F1-F15 + 8 F-EXTRA Architektur-Entscheidungen</a:t>
            </a:r>
          </a:p>
          <a:p>
            <a:pPr lvl="0" indent="-342900" marL="342900">
              <a:buAutoNum type="arabicPeriod"/>
            </a:pPr>
            <a:r>
              <a:rPr/>
              <a:t>Diskussionspunkte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3 — Drei-Repo-Aufteilung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Verantwortlichkeit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Diplomarbeit/Code/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WAS</a:t>
                      </a:r>
                      <a:r>
                        <a:rPr/>
                        <a:t> + Auswertung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 Messreihen, XML-Configs, Driver-Loop, Binary→CSV→LaTeX→PDF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comdare-prt-art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Pruefling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Hybride PrtArtSearchEngine (REV 7.1), 8 Schichten Bausteine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comdare-cache-engine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WIE</a:t>
                      </a:r>
                      <a:r>
                        <a:rPr/>
                        <a:t> + Werkzeuge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Pipeline-Mechanik Phase 1-7, Demo-Workloads, ModuleLoader, Aggregator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4 — Drei Pflicht-Messreihen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Reihe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Datei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Ziel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config_a_prt_art_vs_sota.xml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PRT-ART vs ART/HOT/Masstree (SOTA)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config_b_cache_engine_perms.xml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Cache-Engine-Permutationen (Allokator × Layout × Prefetch)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config_c_merge_alt_neu.xml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Regressions-Vergleich alt vs neu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Speicher-Ort: </a:t>
            </a:r>
            <a:r>
              <a:rPr>
                <a:latin typeface="Courier"/>
              </a:rPr>
              <a:t>Diplomarbeit/Code/experiment_config/*.xml</a:t>
            </a:r>
            <a:r>
              <a:rPr/>
              <a:t> Driver iteriert ueber alle drei.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5 — Phase 6+ Implementations-Inkremente (INK-1 bis INK-8)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INK-1</a:t>
            </a:r>
            <a:r>
              <a:rPr/>
              <a:t>: PermutationFlags + Event + ObserverRegistry</a:t>
            </a:r>
          </a:p>
          <a:p>
            <a:pPr lvl="0"/>
            <a:r>
              <a:rPr b="1"/>
              <a:t>INK-2</a:t>
            </a:r>
            <a:r>
              <a:rPr/>
              <a:t>: DecisionLambdaTrees (10+ Familien)</a:t>
            </a:r>
          </a:p>
          <a:p>
            <a:pPr lvl="0"/>
            <a:r>
              <a:rPr b="1"/>
              <a:t>INK-3</a:t>
            </a:r>
            <a:r>
              <a:rPr/>
              <a:t>: ConcurrencyManager (8 Disziplinen + 3 Mechaniken)</a:t>
            </a:r>
          </a:p>
          <a:p>
            <a:pPr lvl="0"/>
            <a:r>
              <a:rPr b="1"/>
              <a:t>INK-4</a:t>
            </a:r>
            <a:r>
              <a:rPr/>
              <a:t>: TelemetryStrategy Achse 11 (Kuehn 5 Strategien)</a:t>
            </a:r>
          </a:p>
          <a:p>
            <a:pPr lvl="0"/>
            <a:r>
              <a:rPr b="1"/>
              <a:t>INK-5</a:t>
            </a:r>
            <a:r>
              <a:rPr/>
              <a:t>: Plattform-Auto-Discovery (REV 3 K3.2)</a:t>
            </a:r>
          </a:p>
          <a:p>
            <a:pPr lvl="0"/>
            <a:r>
              <a:rPr b="1"/>
              <a:t>INK-6</a:t>
            </a:r>
            <a:r>
              <a:rPr/>
              <a:t>: CacheHierarchy + LiveModel + Scheduler + Heuristik + Mode</a:t>
            </a:r>
          </a:p>
          <a:p>
            <a:pPr lvl="0"/>
            <a:r>
              <a:rPr b="1"/>
              <a:t>INK-7</a:t>
            </a:r>
            <a:r>
              <a:rPr/>
              <a:t>: HybridCompositionCommand (Command-Pattern, REV 3 K3.4)</a:t>
            </a:r>
          </a:p>
          <a:p>
            <a:pPr lvl="0"/>
            <a:r>
              <a:rPr b="1"/>
              <a:t>INK-8</a:t>
            </a:r>
            <a:r>
              <a:rPr/>
              <a:t>: InMemoryMeasurementBuffer + Measure-Matrix (F5 + F1)</a:t>
            </a:r>
          </a:p>
          <a:p>
            <a:pPr lvl="0" indent="0" marL="0">
              <a:buNone/>
            </a:pPr>
            <a:r>
              <a:rPr/>
              <a:t>Alle DONE.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6 — Phase 6.2 Custom Allokation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5 Cluster</a:t>
            </a:r>
            <a:r>
              <a:rPr/>
              <a:t> (AC1-AC5): - AC1 Foundation: A20 dlmalloc, A21 ptmalloc2 - AC2 Modern Production: A04 mimalloc, A05 jemalloc, A06 tcmalloc - AC3 NUMA + Hardware: A09 NUMAlloc, A14 (in A06), A15 HMalloc, A16 PIM-malloc - AC4 Concurrent + Formal: A03 Michael, A07 snmalloc, A11 LRMalloc, A13 StarMalloc, A17 Crystalline, A22 N3916 PMR - AC5 Standard + Optimizing: A01 Hoard, A08 scalloc, A10 rpmalloc, A18 Exgen, A19 Buddy, A23 Vmem+Magazines</a:t>
            </a:r>
          </a:p>
          <a:p>
            <a:pPr lvl="0" indent="0" marL="0">
              <a:buNone/>
            </a:pPr>
            <a:r>
              <a:rPr b="1"/>
              <a:t>7 Achsen</a:t>
            </a:r>
            <a:r>
              <a:rPr/>
              <a:t> (AA1-AA7): Free-List-Topologie, Size-Class-Schema, Thread-Locality, Synchronization, Allocation-Policy, Reclamation, Fragmentation-Strategy.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7 — Begriffsglossar v3-v7 + Domaenenmodell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Begriffsglossar:</a:t>
            </a:r>
            <a:r>
              <a:rPr/>
              <a:t> ~161 KANON-Begriffe ueber 5 Versionen. - v3 Hauptmasse mit P01-P33-Belegen - v4 Architektur-Pattern + Engine-Choice + Concepts + std::map-API - v5 F1-F15 Beschluss-Begriffe (DecisionLambdaTree, ABI-Module, F15) - v6 F-EXTRA + Korrekturen (Flag-System, Compiler-Layering) - v7 Kuehn-Erkenntnisse + Production-Plattform + Forschungs-Mission</a:t>
            </a:r>
          </a:p>
          <a:p>
            <a:pPr lvl="0" indent="0" marL="0">
              <a:buNone/>
            </a:pPr>
            <a:r>
              <a:rPr b="1"/>
              <a:t>Domaenenmodell:</a:t>
            </a:r>
            <a:r>
              <a:rPr/>
              <a:t> v3 strukturell + v4 KORREKTUREN D-1 bis D-8.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Slide 8 — Bausteine-Matrix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85 Bausteine ueber 11 Achsen: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Achse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Anzahl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 PAGE-TYPE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 NODE-TYPE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 TRAVERSAL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 VALUEHANDLE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 MEMORY-LAYOUT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 ALLOCATOR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 (+ 23 Allokator-Paper extra)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 PREFETCH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 CONCURRENCY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(siehe Original)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 ISA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(siehe Flag_System)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 MEASUREMENT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(Mess-Kategorie x Algo-Detail Matrix)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 TELEMETRY-COLLECTION-STRATEGY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 (NEU 2026-05-09 Kuehn)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9 — F1-F15 + 8 F-EXTRA Architektur-Entscheidungen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25 ADRs total</a:t>
            </a:r>
            <a:r>
              <a:rPr/>
              <a:t>, alle DONE oder Code-vorbereitet.</a:t>
            </a:r>
          </a:p>
          <a:p>
            <a:pPr lvl="0" indent="0" marL="0">
              <a:buNone/>
            </a:pPr>
            <a:r>
              <a:rPr/>
              <a:t>Wichtigste: - </a:t>
            </a:r>
            <a:r>
              <a:rPr b="1"/>
              <a:t>F1</a:t>
            </a:r>
            <a:r>
              <a:rPr/>
              <a:t>: CacheEngineRuntime-Singleton (heap-allokiert mit COMDARE_EXPERIMENT_MODE Flag) - </a:t>
            </a:r>
            <a:r>
              <a:rPr b="1"/>
              <a:t>F2</a:t>
            </a:r>
            <a:r>
              <a:rPr/>
              <a:t>: Observer Push synchron + Command-Pattern Lambda-Trees (DELAY/EXECUTE/SKIP) - </a:t>
            </a:r>
            <a:r>
              <a:rPr b="1"/>
              <a:t>F5</a:t>
            </a:r>
            <a:r>
              <a:rPr/>
              <a:t>: In-Memory MeasurementBuffer (KEINE externe DB) - </a:t>
            </a:r>
            <a:r>
              <a:rPr b="1"/>
              <a:t>F7</a:t>
            </a:r>
            <a:r>
              <a:rPr/>
              <a:t>: Adapter-Pattern (Habich-Direktive) - </a:t>
            </a:r>
            <a:r>
              <a:rPr b="1"/>
              <a:t>F9</a:t>
            </a:r>
            <a:r>
              <a:rPr/>
              <a:t>: ABI-stabiles C++23-Modul + ModuleLoader - </a:t>
            </a:r>
            <a:r>
              <a:rPr b="1"/>
              <a:t>F12</a:t>
            </a:r>
            <a:r>
              <a:rPr/>
              <a:t>: CacheEngine im Builder (KEIN separater Singleton) - </a:t>
            </a:r>
            <a:r>
              <a:rPr b="1"/>
              <a:t>F15</a:t>
            </a:r>
            <a:r>
              <a:rPr/>
              <a:t>: Bausteine-Quer-Permutation als zentrales Forschungs-Prinzip - </a:t>
            </a:r>
            <a:r>
              <a:rPr b="1"/>
              <a:t>F-EXTRA-1</a:t>
            </a:r>
            <a:r>
              <a:rPr/>
              <a:t>: Original-Compiler pro Algorithmus - </a:t>
            </a:r>
            <a:r>
              <a:rPr b="1"/>
              <a:t>F-EXTRA-5</a:t>
            </a:r>
            <a:r>
              <a:rPr/>
              <a:t>: KEIN Python in Build (CMake/sh/bat)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10 — Drei Heutige Veraenderungen (cache-engine, prt-art, Diplomarbeit)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cache-engine:</a:t>
            </a:r>
            <a:r>
              <a:rPr/>
              <a:t> - ExperimentDriver-Library (</a:t>
            </a:r>
            <a:r>
              <a:rPr>
                <a:latin typeface="Courier"/>
              </a:rPr>
              <a:t>comdare::builder::ExperimentDriver</a:t>
            </a:r>
            <a:r>
              <a:rPr/>
              <a:t>) - main.cpp Wrapper 165 → 82 Zeilen - </a:t>
            </a:r>
            <a:r>
              <a:rPr>
                <a:latin typeface="Courier"/>
              </a:rPr>
              <a:t>--verbose</a:t>
            </a:r>
            <a:r>
              <a:rPr/>
              <a:t> Flag fuer alle Diagnose-Outputs - E2E “Demo pipeline OK” mit 54 DLLs</a:t>
            </a:r>
          </a:p>
          <a:p>
            <a:pPr lvl="0" indent="0" marL="0">
              <a:buNone/>
            </a:pPr>
            <a:r>
              <a:rPr b="1"/>
              <a:t>prt-art:</a:t>
            </a:r>
            <a:r>
              <a:rPr/>
              <a:t> - Keine Code-Aenderungen — REV 7.1 stabil</a:t>
            </a:r>
          </a:p>
          <a:p>
            <a:pPr lvl="0" indent="0" marL="0">
              <a:buNone/>
            </a:pPr>
            <a:r>
              <a:rPr b="1"/>
              <a:t>Diplomarbeit:</a:t>
            </a:r>
            <a:r>
              <a:rPr/>
              <a:t> - Code/-Verzeichnis als Anwender-Schicht - 5 Module + experiment_config/ mit 3 XMLs - cmake configure erfolgreich (26.5s)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11 — Diskussionspunkt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Granularitaet Messreihe B</a:t>
            </a:r>
            <a:r>
              <a:rPr/>
              <a:t> (Cache-Engine-Permutationen): - Allokator × Layout × Prefetch × Density × Sync = mehrere 100 DLLs - Reduzierung auf Teil-Auswahl (3 × 3 × 2)?</a:t>
            </a:r>
          </a:p>
          <a:p>
            <a:pPr lvl="0" indent="0" marL="0">
              <a:buNone/>
            </a:pPr>
            <a:r>
              <a:rPr b="1"/>
              <a:t>Antwort des Architekten:</a:t>
            </a:r>
            <a:r>
              <a:rPr/>
              <a:t> </a:t>
            </a:r>
            <a:r>
              <a:rPr b="1"/>
              <a:t>Nein, vollstaendige Messung erforderlich.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12 — Aufgaben-Stand zu Termin 7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Punkt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Stand 2026-05-13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cache-engine Library + E2E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DONE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Diplomarbeit/Code/ Submodule + cmake configure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DONE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Per-Repo Findings + STRUCTURAL_CORRECTION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DONE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Diplomarbeit/Code/ Full-Build alle Targets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OFFEN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Diplomarbeit/Code/ ctest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OFFEN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E2E: 3 Messreihen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OFFEN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Manuskript-Wrapper thesis/main.tex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OFFEN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13 — Fragen?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Vielen Dank fuer Ihre Zeit, Herr Habich.</a:t>
            </a:r>
          </a:p>
          <a:p>
            <a:pPr lvl="0" indent="0" marL="0">
              <a:buNone/>
            </a:pPr>
            <a:r>
              <a:rPr/>
              <a:t>Drei-Repo-Aufteilung etabliert. REV 7.6 Stand stabil. Naechste Schritte: V8 (Implementations-Sprint).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PRT-ART Termin 7 — REV 7.6 Stand</dc:title>
  <dc:creator>Benjamin Probst</dc:creator>
  <cp:keywords/>
  <dcterms:created xsi:type="dcterms:W3CDTF">2026-05-15T11:25:09Z</dcterms:created>
  <dcterms:modified xsi:type="dcterms:W3CDTF">2026-05-15T11:25:09Z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2026-05-13</vt:lpwstr>
  </property>
</Properties>
</file>