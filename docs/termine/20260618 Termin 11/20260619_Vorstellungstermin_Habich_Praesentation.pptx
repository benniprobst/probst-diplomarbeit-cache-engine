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65" d="100"/>
          <a:sy n="165" d="100"/>
        </p:scale>
        <p:origin x="100" y="2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in-Elias Probst" userId="ed3c63fefcac5ed3" providerId="LiveId" clId="{4D0D08F5-47D1-4615-B1A3-9EACB94514F4}"/>
    <pc:docChg chg="modSld">
      <pc:chgData name="Benjamin-Elias Probst" userId="ed3c63fefcac5ed3" providerId="LiveId" clId="{4D0D08F5-47D1-4615-B1A3-9EACB94514F4}" dt="2026-06-18T21:01:45.819" v="2" actId="20577"/>
      <pc:docMkLst>
        <pc:docMk/>
      </pc:docMkLst>
      <pc:sldChg chg="modSp mod">
        <pc:chgData name="Benjamin-Elias Probst" userId="ed3c63fefcac5ed3" providerId="LiveId" clId="{4D0D08F5-47D1-4615-B1A3-9EACB94514F4}" dt="2026-06-18T21:01:45.819" v="2" actId="20577"/>
        <pc:sldMkLst>
          <pc:docMk/>
          <pc:sldMk cId="0" sldId="262"/>
        </pc:sldMkLst>
        <pc:spChg chg="mod">
          <ac:chgData name="Benjamin-Elias Probst" userId="ed3c63fefcac5ed3" providerId="LiveId" clId="{4D0D08F5-47D1-4615-B1A3-9EACB94514F4}" dt="2026-06-18T21:01:45.819" v="2" actId="20577"/>
          <ac:spMkLst>
            <pc:docMk/>
            <pc:sldMk cId="0" sldId="262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28016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4E79"/>
                </a:solidFill>
              </a:defRPr>
            </a:pPr>
            <a:r>
              <a:t>Active Cache-Aware Hardware Adaptation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3317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>
                <a:solidFill>
                  <a:srgbClr val="346699"/>
                </a:solidFill>
              </a:defRPr>
            </a:pPr>
            <a:r>
              <a:t>Cache Engine for Trie-Based Index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749039"/>
            <a:ext cx="10241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Vorstellungstermin bei Prof. Habich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Stand: Manuskript / Messapparatur / nächster harter End-to-End-Lauf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5C5C"/>
                </a:solidFill>
              </a:defRPr>
            </a:pPr>
            <a:r>
              <a:t>Vorstellungstermin Prof. Habich · 19.06.2026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1. Was ist der Kernbeitrag?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</a:defRPr>
            </a:pPr>
            <a:r>
              <a:t>Nicht nur PRT-ART, sondern ein messgetriebenes Framework für cache-bewusste Suchalgorithmus-Bausteine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200400" cy="64008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Suchalgorithmus = Lebewesen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508760"/>
            <a:ext cx="2926080" cy="640080"/>
          </a:xfrm>
          <a:prstGeom prst="roundRect">
            <a:avLst/>
          </a:prstGeom>
          <a:solidFill>
            <a:srgbClr val="346699"/>
          </a:solidFill>
          <a:ln>
            <a:solidFill>
              <a:srgbClr val="34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Achsen = Organe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508760"/>
            <a:ext cx="3291840" cy="640080"/>
          </a:xfrm>
          <a:prstGeom prst="roundRect">
            <a:avLst/>
          </a:prstGeom>
          <a:solidFill>
            <a:srgbClr val="41875A"/>
          </a:solidFill>
          <a:ln>
            <a:solidFill>
              <a:srgbClr val="41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Permutation = Experiment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6070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FF0: Verbessern aktive, messgetriebene cache-bewusste Entscheidungen die Leistung gegenüber passiv-statischen Varianten?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PRT-ART ist der Prüfling, nicht der einzige Beitrag.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Die Cache Engine zerlegt bekannte Suchstrukturen in vergleichbare Bausteine und treibt Messreihen A/B/C.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5C5C"/>
                </a:solidFill>
              </a:defRPr>
            </a:pPr>
            <a:r>
              <a:t>Vorstellungstermin Prof. Habich · 19.06.2026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2. Aktueller Textstand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</a:defRPr>
            </a:pPr>
            <a:r>
              <a:t>Hochgeladenes diplomarbeit.zip, Stand 18.06.2026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41732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Deutsche Fassung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132 Seiten, gebaut am 18.06.2026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Englische Fassung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128 Seiten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Kapitel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1–8 vollständig strukturiert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Anhänge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A–F vorhanden; A enthält generierte Messartefakte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Git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main @ a0d0a32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5C5C"/>
                </a:solidFill>
              </a:defRPr>
            </a:pPr>
            <a:r>
              <a:t>Vorstellungstermin Prof. Habich · 19.06.2026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3. Architektur: Drei Rollen statt Monolith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</a:defRPr>
            </a:pPr>
            <a:r>
              <a:t>Die Diplomarbeit trennt WAS, WIE und Prüfling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2926080" cy="73152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Diplomarbeit</a:t>
            </a:r>
          </a:p>
          <a:p>
            <a:r>
              <a:t>WAS + Auswertung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463040"/>
            <a:ext cx="2926080" cy="731520"/>
          </a:xfrm>
          <a:prstGeom prst="roundRect">
            <a:avLst/>
          </a:prstGeom>
          <a:solidFill>
            <a:srgbClr val="346699"/>
          </a:solidFill>
          <a:ln>
            <a:solidFill>
              <a:srgbClr val="34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Cache Engine</a:t>
            </a:r>
          </a:p>
          <a:p>
            <a:r>
              <a:t>WIE + Messmechanik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463040"/>
            <a:ext cx="2926080" cy="731520"/>
          </a:xfrm>
          <a:prstGeom prst="roundRect">
            <a:avLst/>
          </a:prstGeom>
          <a:solidFill>
            <a:srgbClr val="41875A"/>
          </a:solidFill>
          <a:ln>
            <a:solidFill>
              <a:srgbClr val="41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PRT-ART</a:t>
            </a:r>
          </a:p>
          <a:p>
            <a:r>
              <a:t>Prüfling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94760" y="1828800"/>
            <a:ext cx="640080" cy="0"/>
          </a:xfrm>
          <a:prstGeom prst="line">
            <a:avLst/>
          </a:prstGeom>
          <a:ln w="2540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543800" y="1828800"/>
            <a:ext cx="640079" cy="0"/>
          </a:xfrm>
          <a:prstGeom prst="line">
            <a:avLst/>
          </a:prstGeom>
          <a:ln w="2540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2743200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Diplomarbeit: Config, Messreihen, Auswertung, LaTeX/TikZ/PDF.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Cache Engine: Builder, Codegen, ModuleLoader, Workload, ResultAggregator.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PRT-ART: eigene Bausteine, Profile, ValueHandle, Prefetch, DensityTracker, Prüflingspfad.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5C5C"/>
                </a:solidFill>
              </a:defRPr>
            </a:pPr>
            <a:r>
              <a:t>Vorstellungstermin Prof. Habich · 19.06.2026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4. Messpipeline im Manuskript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</a:defRPr>
            </a:pPr>
            <a:r>
              <a:t>Von Experiment-Config zu eingebundenem Ergebnis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417320" cy="59436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Config/XML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57400" y="1856231"/>
            <a:ext cx="502920" cy="0"/>
          </a:xfrm>
          <a:prstGeom prst="line">
            <a:avLst/>
          </a:prstGeom>
          <a:ln w="2286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560320" y="1554480"/>
            <a:ext cx="1417320" cy="59436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Driver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77639" y="1856231"/>
            <a:ext cx="502921" cy="0"/>
          </a:xfrm>
          <a:prstGeom prst="line">
            <a:avLst/>
          </a:prstGeom>
          <a:ln w="2286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80560" y="1554480"/>
            <a:ext cx="1417320" cy="594360"/>
          </a:xfrm>
          <a:prstGeom prst="roundRect">
            <a:avLst/>
          </a:prstGeom>
          <a:solidFill>
            <a:srgbClr val="346699"/>
          </a:solidFill>
          <a:ln>
            <a:solidFill>
              <a:srgbClr val="34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Binary Record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97880" y="1856231"/>
            <a:ext cx="502920" cy="0"/>
          </a:xfrm>
          <a:prstGeom prst="line">
            <a:avLst/>
          </a:prstGeom>
          <a:ln w="2286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0" y="1554480"/>
            <a:ext cx="1417320" cy="594360"/>
          </a:xfrm>
          <a:prstGeom prst="roundRect">
            <a:avLst/>
          </a:prstGeom>
          <a:solidFill>
            <a:srgbClr val="346699"/>
          </a:solidFill>
          <a:ln>
            <a:solidFill>
              <a:srgbClr val="34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CSV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18120" y="1856231"/>
            <a:ext cx="320040" cy="0"/>
          </a:xfrm>
          <a:prstGeom prst="line">
            <a:avLst/>
          </a:prstGeom>
          <a:ln w="2286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38160" y="1554480"/>
            <a:ext cx="1417320" cy="594360"/>
          </a:xfrm>
          <a:prstGeom prst="roundRect">
            <a:avLst/>
          </a:prstGeom>
          <a:solidFill>
            <a:srgbClr val="41875A"/>
          </a:solidFill>
          <a:ln>
            <a:solidFill>
              <a:srgbClr val="41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LaTeX/TikZ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55480" y="1856231"/>
            <a:ext cx="502920" cy="0"/>
          </a:xfrm>
          <a:prstGeom prst="line">
            <a:avLst/>
          </a:prstGeom>
          <a:ln w="2286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058400" y="1554480"/>
            <a:ext cx="1417320" cy="594360"/>
          </a:xfrm>
          <a:prstGeom prst="roundRect">
            <a:avLst/>
          </a:prstGeom>
          <a:solidFill>
            <a:srgbClr val="41875A"/>
          </a:solidFill>
          <a:ln>
            <a:solidFill>
              <a:srgbClr val="41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43200"/>
            <a:ext cx="1060704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Messreihen: A = PRT-ART vs. SOTA, B = Cache-Engine-Permutationen, C = Merge alt/neu.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ExperimentDriver: Enumerate → Codegen → Compile → Load → Execute → Measure → Persist.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Anhang A bindet bereits automatisch erzeugte Tabellen und Diagramme ein.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5C5C"/>
                </a:solidFill>
              </a:defRPr>
            </a:pPr>
            <a:r>
              <a:t>Vorstellungstermin Prof. Habich · 19.06.2026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5. Sichtbare Messartefakte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</a:defRPr>
            </a:pPr>
            <a:r>
              <a:t>Noch nicht finale Hardwaremessung, aber Pipeline-Nachweis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10972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95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Artefakt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Was es zeigt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v5_pipeline_demo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 vorkonfigurierte Permutationen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Pipeline-/Analyse-Artefakt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cartesian_smoke43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43 kartesische Smoke-Permutationen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Pipeline-/Analyse-Artefakt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Bias-Matrix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Median-Latenz je Suchverfahren/Workload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Pipeline-/Analyse-Artefakt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Surfaces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Heatmaps je Interface-Funktion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Pipeline-/Analyse-Artefakt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Exchangeability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Achsen-Austauschbarkeit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Pipeline-/Analyse-Artefakt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95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Limitierungen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13 ehrliche Vorbehalte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Pipeline-/Analyse-Artefakt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5C5C"/>
                </a:solidFill>
              </a:defRPr>
            </a:pPr>
            <a:r>
              <a:t>Vorstellungstermin Prof. Habich · 19.06.2026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93763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6. </a:t>
            </a:r>
            <a:r>
              <a:rPr lang="de-DE" dirty="0"/>
              <a:t>G</a:t>
            </a:r>
            <a:r>
              <a:rPr dirty="0" err="1"/>
              <a:t>renzen</a:t>
            </a:r>
            <a:r>
              <a:rPr dirty="0"/>
              <a:t> des </a:t>
            </a:r>
            <a:r>
              <a:rPr dirty="0" err="1"/>
              <a:t>aktuellen</a:t>
            </a:r>
            <a:r>
              <a:rPr dirty="0"/>
              <a:t> Stands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</a:defRPr>
            </a:pPr>
            <a:r>
              <a:t>Diese Punkte nicht verstecken — aktiv als wissenschaftliche Sorgfalt zeigen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Cache-Misses / </a:t>
            </a:r>
            <a:r>
              <a:rPr dirty="0" err="1"/>
              <a:t>dTLB</a:t>
            </a:r>
            <a:r>
              <a:rPr dirty="0"/>
              <a:t> / Branch / Energy: </a:t>
            </a:r>
            <a:r>
              <a:rPr dirty="0" err="1"/>
              <a:t>noch</a:t>
            </a:r>
            <a:r>
              <a:rPr dirty="0"/>
              <a:t> nicht </a:t>
            </a:r>
            <a:r>
              <a:rPr dirty="0" err="1"/>
              <a:t>erhoben</a:t>
            </a:r>
            <a:r>
              <a:rPr dirty="0"/>
              <a:t>; </a:t>
            </a:r>
            <a:r>
              <a:rPr dirty="0" err="1"/>
              <a:t>NullPmcSource</a:t>
            </a:r>
            <a:r>
              <a:rPr dirty="0"/>
              <a:t> </a:t>
            </a:r>
            <a:r>
              <a:rPr dirty="0" err="1"/>
              <a:t>markiert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Viele </a:t>
            </a:r>
            <a:r>
              <a:rPr dirty="0" err="1"/>
              <a:t>Achsen</a:t>
            </a:r>
            <a:r>
              <a:rPr dirty="0"/>
              <a:t> </a:t>
            </a:r>
            <a:r>
              <a:rPr dirty="0" err="1"/>
              <a:t>sind</a:t>
            </a:r>
            <a:r>
              <a:rPr dirty="0"/>
              <a:t> in den </a:t>
            </a:r>
            <a:r>
              <a:rPr dirty="0" err="1"/>
              <a:t>aktuellen</a:t>
            </a:r>
            <a:r>
              <a:rPr dirty="0"/>
              <a:t> </a:t>
            </a:r>
            <a:r>
              <a:rPr dirty="0" err="1"/>
              <a:t>Artefakten</a:t>
            </a:r>
            <a:r>
              <a:rPr dirty="0"/>
              <a:t> </a:t>
            </a:r>
            <a:r>
              <a:rPr dirty="0" err="1"/>
              <a:t>gepinnt</a:t>
            </a:r>
            <a:r>
              <a:rPr dirty="0"/>
              <a:t>; </a:t>
            </a:r>
            <a:r>
              <a:rPr dirty="0" err="1"/>
              <a:t>volle</a:t>
            </a:r>
            <a:r>
              <a:rPr dirty="0"/>
              <a:t> </a:t>
            </a:r>
            <a:r>
              <a:rPr dirty="0" err="1"/>
              <a:t>Achsenbreite</a:t>
            </a:r>
            <a:r>
              <a:rPr dirty="0"/>
              <a:t> </a:t>
            </a:r>
            <a:r>
              <a:rPr dirty="0" err="1"/>
              <a:t>noch</a:t>
            </a:r>
            <a:r>
              <a:rPr dirty="0"/>
              <a:t> </a:t>
            </a:r>
            <a:r>
              <a:rPr dirty="0" err="1"/>
              <a:t>offen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Prefetch-</a:t>
            </a:r>
            <a:r>
              <a:rPr dirty="0" err="1"/>
              <a:t>Achse</a:t>
            </a:r>
            <a:r>
              <a:rPr dirty="0"/>
              <a:t> </a:t>
            </a:r>
            <a:r>
              <a:rPr dirty="0" err="1"/>
              <a:t>nutzt</a:t>
            </a:r>
            <a:r>
              <a:rPr dirty="0"/>
              <a:t> </a:t>
            </a:r>
            <a:r>
              <a:rPr dirty="0" err="1"/>
              <a:t>aktuell</a:t>
            </a:r>
            <a:r>
              <a:rPr dirty="0"/>
              <a:t> Pseudo-</a:t>
            </a:r>
            <a:r>
              <a:rPr dirty="0" err="1"/>
              <a:t>Adressen</a:t>
            </a:r>
            <a:r>
              <a:rPr dirty="0"/>
              <a:t>; </a:t>
            </a:r>
            <a:r>
              <a:rPr dirty="0" err="1"/>
              <a:t>echter</a:t>
            </a:r>
            <a:r>
              <a:rPr dirty="0"/>
              <a:t> Speicher-Prefetch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Folgeschritt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rPr dirty="0" err="1"/>
              <a:t>node_type</a:t>
            </a:r>
            <a:r>
              <a:rPr dirty="0"/>
              <a:t> + </a:t>
            </a:r>
            <a:r>
              <a:rPr dirty="0" err="1"/>
              <a:t>memory_layout</a:t>
            </a:r>
            <a:r>
              <a:rPr dirty="0"/>
              <a:t> </a:t>
            </a:r>
            <a:r>
              <a:rPr dirty="0" err="1"/>
              <a:t>können</a:t>
            </a:r>
            <a:r>
              <a:rPr dirty="0"/>
              <a:t> </a:t>
            </a:r>
            <a:r>
              <a:rPr dirty="0" err="1"/>
              <a:t>durch</a:t>
            </a:r>
            <a:r>
              <a:rPr dirty="0"/>
              <a:t> Q2-Schritt-4-Beschattung </a:t>
            </a:r>
            <a:r>
              <a:rPr dirty="0" err="1"/>
              <a:t>konfundiert</a:t>
            </a:r>
            <a:r>
              <a:rPr dirty="0"/>
              <a:t> sein.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rPr dirty="0" err="1"/>
              <a:t>Kapitel</a:t>
            </a:r>
            <a:r>
              <a:rPr dirty="0"/>
              <a:t> 7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strukturell</a:t>
            </a:r>
            <a:r>
              <a:rPr dirty="0"/>
              <a:t> </a:t>
            </a:r>
            <a:r>
              <a:rPr dirty="0" err="1"/>
              <a:t>vorbereitet</a:t>
            </a:r>
            <a:r>
              <a:rPr dirty="0"/>
              <a:t>, </a:t>
            </a:r>
            <a:r>
              <a:rPr dirty="0" err="1"/>
              <a:t>braucht</a:t>
            </a:r>
            <a:r>
              <a:rPr dirty="0"/>
              <a:t> </a:t>
            </a:r>
            <a:r>
              <a:rPr dirty="0" err="1"/>
              <a:t>aber</a:t>
            </a:r>
            <a:r>
              <a:rPr dirty="0"/>
              <a:t> </a:t>
            </a:r>
            <a:r>
              <a:rPr dirty="0" err="1"/>
              <a:t>echte</a:t>
            </a:r>
            <a:r>
              <a:rPr dirty="0"/>
              <a:t> Hardware-</a:t>
            </a:r>
            <a:r>
              <a:rPr dirty="0" err="1"/>
              <a:t>Ergebnisse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5C5C"/>
                </a:solidFill>
              </a:defRPr>
            </a:pPr>
            <a:r>
              <a:t>Vorstellungstermin Prof. Habich · 19.06.2026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7. Was ist morgen die Entscheidung?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</a:defRPr>
            </a:pPr>
            <a:r>
              <a:t>Von breiter Architektur zur engen nächsten Messung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3200400" cy="685800"/>
          </a:xfrm>
          <a:prstGeom prst="roundRect">
            <a:avLst/>
          </a:prstGeom>
          <a:solidFill>
            <a:srgbClr val="A54141"/>
          </a:solidFill>
          <a:ln>
            <a:solidFill>
              <a:srgbClr val="A5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Jetzt nicht: mehr Achsenbreite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371600"/>
            <a:ext cx="3200400" cy="685800"/>
          </a:xfrm>
          <a:prstGeom prst="roundRect">
            <a:avLst/>
          </a:prstGeom>
          <a:solidFill>
            <a:srgbClr val="41875A"/>
          </a:solidFill>
          <a:ln>
            <a:solidFill>
              <a:srgbClr val="41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Sondern: vertikaler Durchstich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71600"/>
            <a:ext cx="3200400" cy="6858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Danach: echte Hardwareläufe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E1E1E"/>
                </a:solidFill>
              </a:defRPr>
            </a:pPr>
            <a:r>
              <a:rPr dirty="0"/>
              <a:t>Ein </a:t>
            </a:r>
            <a:r>
              <a:rPr dirty="0" err="1"/>
              <a:t>reproduzierbarer</a:t>
            </a:r>
            <a:r>
              <a:rPr dirty="0"/>
              <a:t> Lauf von </a:t>
            </a:r>
            <a:r>
              <a:rPr dirty="0" err="1"/>
              <a:t>Konfiguration</a:t>
            </a:r>
            <a:r>
              <a:rPr dirty="0"/>
              <a:t> bis PDF-</a:t>
            </a:r>
            <a:r>
              <a:rPr dirty="0" err="1"/>
              <a:t>Artefakt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2100">
                <a:solidFill>
                  <a:srgbClr val="1E1E1E"/>
                </a:solidFill>
              </a:defRPr>
            </a:pPr>
            <a:r>
              <a:rPr dirty="0"/>
              <a:t>Eine </a:t>
            </a:r>
            <a:r>
              <a:rPr dirty="0" err="1"/>
              <a:t>reale</a:t>
            </a:r>
            <a:r>
              <a:rPr dirty="0"/>
              <a:t> </a:t>
            </a:r>
            <a:r>
              <a:rPr dirty="0" err="1"/>
              <a:t>Plattform</a:t>
            </a:r>
            <a:r>
              <a:rPr dirty="0"/>
              <a:t>,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klarer</a:t>
            </a:r>
            <a:r>
              <a:rPr dirty="0"/>
              <a:t> </a:t>
            </a:r>
            <a:r>
              <a:rPr dirty="0" err="1"/>
              <a:t>Datensatz</a:t>
            </a:r>
            <a:r>
              <a:rPr dirty="0"/>
              <a:t>, </a:t>
            </a:r>
            <a:r>
              <a:rPr dirty="0" err="1"/>
              <a:t>ein</a:t>
            </a:r>
            <a:r>
              <a:rPr dirty="0"/>
              <a:t> Satz Counter </a:t>
            </a:r>
            <a:r>
              <a:rPr dirty="0" err="1"/>
              <a:t>oder</a:t>
            </a:r>
            <a:r>
              <a:rPr dirty="0"/>
              <a:t> </a:t>
            </a:r>
            <a:r>
              <a:rPr dirty="0" err="1"/>
              <a:t>begründeter</a:t>
            </a:r>
            <a:r>
              <a:rPr dirty="0"/>
              <a:t> PMC-Fallback.</a:t>
            </a:r>
          </a:p>
          <a:p>
            <a:pPr>
              <a:spcAft>
                <a:spcPts val="800"/>
              </a:spcAft>
              <a:defRPr sz="2100">
                <a:solidFill>
                  <a:srgbClr val="1E1E1E"/>
                </a:solidFill>
              </a:defRPr>
            </a:pPr>
            <a:r>
              <a:rPr dirty="0" err="1"/>
              <a:t>Ergebnis</a:t>
            </a:r>
            <a:r>
              <a:rPr dirty="0"/>
              <a:t> </a:t>
            </a:r>
            <a:r>
              <a:rPr dirty="0" err="1"/>
              <a:t>direkt</a:t>
            </a:r>
            <a:r>
              <a:rPr dirty="0"/>
              <a:t> in </a:t>
            </a:r>
            <a:r>
              <a:rPr dirty="0" err="1"/>
              <a:t>Kapitel</a:t>
            </a:r>
            <a:r>
              <a:rPr dirty="0"/>
              <a:t> 7 und </a:t>
            </a:r>
            <a:r>
              <a:rPr dirty="0" err="1"/>
              <a:t>Anhang</a:t>
            </a:r>
            <a:r>
              <a:rPr dirty="0"/>
              <a:t> A </a:t>
            </a:r>
            <a:r>
              <a:rPr dirty="0" err="1"/>
              <a:t>zurückführen</a:t>
            </a:r>
            <a:r>
              <a:rPr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5C5C"/>
                </a:solidFill>
              </a:defRPr>
            </a:pPr>
            <a:r>
              <a:t>Vorstellungstermin Prof. Habich · 19.06.2026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8. Nächster Sprint: Definition of Done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08760"/>
            <a:ext cx="1828800" cy="6858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1965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1E1E"/>
                </a:solidFill>
              </a:defRPr>
            </a:pPr>
            <a:r>
              <a:t>End-to-End-Lauf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40" y="1508760"/>
            <a:ext cx="1828800" cy="6858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331720"/>
            <a:ext cx="1965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1E1E"/>
                </a:solidFill>
              </a:defRPr>
            </a:pPr>
            <a:r>
              <a:t>PMC oder Gate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508760"/>
            <a:ext cx="1828800" cy="6858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2331720"/>
            <a:ext cx="1965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1E1E"/>
                </a:solidFill>
              </a:defRPr>
            </a:pPr>
            <a:r>
              <a:t>Anhang B füllen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508760"/>
            <a:ext cx="1828800" cy="6858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331720"/>
            <a:ext cx="1965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1E1E"/>
                </a:solidFill>
              </a:defRPr>
            </a:pPr>
            <a:r>
              <a:t>Kapitel 7 aktualisieren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1508760"/>
            <a:ext cx="1828800" cy="6858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2331720"/>
            <a:ext cx="1965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1E1E"/>
                </a:solidFill>
              </a:defRPr>
            </a:pPr>
            <a:r>
              <a:t>EN synchronisieren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</a:defRPr>
            </a:pPr>
            <a:r>
              <a:t>Ziel: aus einer starken Messarchitektur die erste belastbare Ergebnis-Aussage machen.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5C5C"/>
                </a:solidFill>
              </a:defRPr>
            </a:pPr>
            <a:r>
              <a:t>Vorstellungstermin Prof. Habich · 19.06.2026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9. Fragen an Prof. Habich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</a:defRPr>
            </a:pPr>
            <a:r>
              <a:t>Worüber morgen entschieden werden sollte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Ist FF0 in dieser Form die endgültige Kernfrage?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Welche Metrik priorisieren wir für den ersten echten Ergebnislauf?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Darf Kapitel 7 bis dahin als Pipeline-/Smoke-Stand mit ehrlicher Limitierung stehen?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Soll die nächste Arbeit eher PMC/Counter-Anbindung oder PRT-ART-Vertikalisierung priorisieren?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Welche Teile müssen vor der nächsten Abgabe an ihn zwingend geglättet werden?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5C5C"/>
                </a:solidFill>
              </a:defRPr>
            </a:pPr>
            <a:r>
              <a:t>Vorstellungstermin Prof. Habich · 19.06.2026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10. Gesprächssatz zum Mitnehmen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60020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4E79"/>
                </a:solidFill>
              </a:defRPr>
            </a:pPr>
            <a:r>
              <a:t>Die Arbeit ist inzwischen keine lose PRT-ART-Idee mehr, sondern ein reproduzierbares Framework zur aktiven cache-bewussten Hardware-Adaption von Suchalgorithmus-Bausteinen. Der nächste Beweis muss ein kleiner, echter End-to-End-Messlauf sein.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5C5C"/>
                </a:solidFill>
              </a:defRPr>
            </a:pPr>
            <a:r>
              <a:t>Vorstellungstermin Prof. Habich · 19.06.2026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685</Words>
  <Application>Microsoft Office PowerPoint</Application>
  <PresentationFormat>Breitbild</PresentationFormat>
  <Paragraphs>116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Benjamin-Elias Probst</cp:lastModifiedBy>
  <cp:revision>1</cp:revision>
  <dcterms:created xsi:type="dcterms:W3CDTF">2013-01-27T09:14:16Z</dcterms:created>
  <dcterms:modified xsi:type="dcterms:W3CDTF">2026-06-18T21:02:43Z</dcterms:modified>
  <cp:category/>
</cp:coreProperties>
</file>